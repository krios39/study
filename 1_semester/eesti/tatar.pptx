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63" r:id="rId3"/>
    <p:sldId id="264" r:id="rId4"/>
    <p:sldId id="265" r:id="rId5"/>
    <p:sldId id="259" r:id="rId6"/>
    <p:sldId id="266" r:id="rId7"/>
    <p:sldId id="267" r:id="rId8"/>
    <p:sldId id="268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03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293" y="65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463A576F-31A8-4161-A102-BDDBD0CB1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2741D92-7750-460E-B31B-653027BC6E3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2D58C1-116B-4911-BACB-E776802E69A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410EE9E-74E4-4781-8048-E1A41602265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2B4AFAA-7541-4459-B472-6B3F33A577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97DB10-9416-482A-B41A-C8D34EB588B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5748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90DB8-F1C2-4AEC-B6B6-B0B81329753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BF27C-2E26-4D2A-9E7A-AE45ABF0F8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0531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2EC5B93-B3DB-4B8C-ACA8-156A3B4D88D7}" type="datetime1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12">
            <a:extLst>
              <a:ext uri="{FF2B5EF4-FFF2-40B4-BE49-F238E27FC236}">
                <a16:creationId xmlns:a16="http://schemas.microsoft.com/office/drawing/2014/main" id="{DBD32204-878E-439A-8D1B-EE58E1E61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8238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0C50E7D-3C7B-4854-838F-264B22310E90}" type="datetime1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AFB93A1-5BB8-45D2-A2BC-EC42AC8415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D082DF8-5434-4695-BF9F-2F4A125B04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11" name="Номер слайда 12">
            <a:extLst>
              <a:ext uri="{FF2B5EF4-FFF2-40B4-BE49-F238E27FC236}">
                <a16:creationId xmlns:a16="http://schemas.microsoft.com/office/drawing/2014/main" id="{627A505C-941A-4649-9BFE-6D49516B16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428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B8C2CBC-1C92-4FF2-9C3F-184BE75F4BE1}" type="datetime1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50AB1CC-ED34-4549-9946-71D4B95EDC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5422E07-9587-4DFC-8FAD-AAA169F1C2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9" name="Номер слайда 12">
            <a:extLst>
              <a:ext uri="{FF2B5EF4-FFF2-40B4-BE49-F238E27FC236}">
                <a16:creationId xmlns:a16="http://schemas.microsoft.com/office/drawing/2014/main" id="{5B4CB7AD-1E25-43F7-977E-5F1B84BEE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9248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B61362-151B-4278-A82C-C0E27E6C9E60}" type="datetime1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88132E-AC7D-4D16-AB27-E767F80D6D6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3D8FCC9-749A-47A9-811F-AAE14707DB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10" name="Номер слайда 12">
            <a:extLst>
              <a:ext uri="{FF2B5EF4-FFF2-40B4-BE49-F238E27FC236}">
                <a16:creationId xmlns:a16="http://schemas.microsoft.com/office/drawing/2014/main" id="{3A5101A6-EF0E-4300-B806-94E6BD6160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4285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CD2392-3A27-4678-BA54-D4F61274681A}" type="datetime1">
              <a:rPr lang="ru-RU" smtClean="0"/>
              <a:t>27.10.2026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A600698-F847-4D26-BC61-AD0A2A0D4F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23F8D2C-35E4-49E6-9C96-A2721AF606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12" name="Номер слайда 12">
            <a:extLst>
              <a:ext uri="{FF2B5EF4-FFF2-40B4-BE49-F238E27FC236}">
                <a16:creationId xmlns:a16="http://schemas.microsoft.com/office/drawing/2014/main" id="{A7A509AE-8CFF-45BE-BB42-4115C5B72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6381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892953-B784-4ED0-8CE3-A801EE79C985}" type="datetime1">
              <a:rPr lang="ru-RU" smtClean="0"/>
              <a:t>27.10.2026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DDCFB30-89DE-4159-8C80-BEBF745A46F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E796D94-F75B-47AD-B12D-A80F68BDE8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8" name="Номер слайда 12">
            <a:extLst>
              <a:ext uri="{FF2B5EF4-FFF2-40B4-BE49-F238E27FC236}">
                <a16:creationId xmlns:a16="http://schemas.microsoft.com/office/drawing/2014/main" id="{018C3F88-AE2E-42DF-8DA7-425A0B9C58CF}"/>
              </a:ext>
            </a:extLst>
          </p:cNvPr>
          <p:cNvSpPr txBox="1">
            <a:spLocks/>
          </p:cNvSpPr>
          <p:nvPr userDrawn="1"/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A8FD0B4-C8B5-49FA-9069-59F321B807B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408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8DFD5F3-E383-4B9A-8629-E520B1E6A3A7}" type="datetime1">
              <a:rPr lang="ru-RU" smtClean="0"/>
              <a:t>27.10.2026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7CEC24-6144-41C8-9DED-2C7DD3554CE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567B8B5-EC04-4821-884F-CDC365AE24F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7" name="Номер слайда 12">
            <a:extLst>
              <a:ext uri="{FF2B5EF4-FFF2-40B4-BE49-F238E27FC236}">
                <a16:creationId xmlns:a16="http://schemas.microsoft.com/office/drawing/2014/main" id="{4558F23B-0B0A-4523-9EC1-25F871BB4885}"/>
              </a:ext>
            </a:extLst>
          </p:cNvPr>
          <p:cNvSpPr txBox="1">
            <a:spLocks/>
          </p:cNvSpPr>
          <p:nvPr userDrawn="1"/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A8FD0B4-C8B5-49FA-9069-59F321B807B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3872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6A55F13-F739-4647-84EC-F95AD8A9BCD1}" type="datetime1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B3D3A7D-190C-4EC7-8B64-E58D90395B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2E6B739-8EAE-46DC-8B14-FEE7D151A5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10" name="Номер слайда 12">
            <a:extLst>
              <a:ext uri="{FF2B5EF4-FFF2-40B4-BE49-F238E27FC236}">
                <a16:creationId xmlns:a16="http://schemas.microsoft.com/office/drawing/2014/main" id="{0EAE3A75-705C-46AE-9646-7E511CFB8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69022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206A1C7-71D7-4DF1-A9A8-B02B2CB82B94}" type="datetime1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8FD1C4C-4BE0-4C19-9883-56D4448CD24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C45B953-807B-47AC-8089-C0AE1303BAB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11" name="Номер слайда 12">
            <a:extLst>
              <a:ext uri="{FF2B5EF4-FFF2-40B4-BE49-F238E27FC236}">
                <a16:creationId xmlns:a16="http://schemas.microsoft.com/office/drawing/2014/main" id="{60CF2950-D330-4D71-9CEF-5737A18AA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7257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A35D90B-4D30-4A5D-9C1D-43DCAA75DFC0}" type="datetime1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BBA454-1665-41D9-B7EA-4C215A28E6B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5B768EC-F7CB-4CAF-BE30-95458BE3C8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9" name="Номер слайда 12">
            <a:extLst>
              <a:ext uri="{FF2B5EF4-FFF2-40B4-BE49-F238E27FC236}">
                <a16:creationId xmlns:a16="http://schemas.microsoft.com/office/drawing/2014/main" id="{1DA993CD-4E1D-4698-BB56-FE14C8975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0632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A8B38C-741C-4509-8686-93ED710282E0}" type="datetime1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09B15D2-EE9F-4E0C-8322-1E6DDE5C65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57133" y="6532842"/>
            <a:ext cx="534867" cy="31919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69F2FF1-3058-4B7D-B5D7-91EA409BF27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43566" y="6213647"/>
            <a:ext cx="534867" cy="319195"/>
          </a:xfrm>
          <a:prstGeom prst="rect">
            <a:avLst/>
          </a:prstGeom>
        </p:spPr>
      </p:pic>
      <p:sp>
        <p:nvSpPr>
          <p:cNvPr id="9" name="Номер слайда 12">
            <a:extLst>
              <a:ext uri="{FF2B5EF4-FFF2-40B4-BE49-F238E27FC236}">
                <a16:creationId xmlns:a16="http://schemas.microsoft.com/office/drawing/2014/main" id="{5A319A89-81A2-4044-80BD-528AB932367E}"/>
              </a:ext>
            </a:extLst>
          </p:cNvPr>
          <p:cNvSpPr txBox="1">
            <a:spLocks/>
          </p:cNvSpPr>
          <p:nvPr userDrawn="1"/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A8FD0B4-C8B5-49FA-9069-59F321B807B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8564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C9B6647-816B-4AB1-9F0E-1DF0BBCEAACE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281937" y="0"/>
            <a:ext cx="3088426" cy="46585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CE39A52-64BC-4244-9060-C5387A0EF87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7" y="95110"/>
            <a:ext cx="2727297" cy="370742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A7F3045-258A-4BB1-9555-7B98A4A168F8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1657133" y="6378362"/>
            <a:ext cx="534867" cy="31919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CFA4191-011A-4845-8EB5-F6D569B0B711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1657132" y="6059167"/>
            <a:ext cx="534867" cy="319195"/>
          </a:xfrm>
          <a:prstGeom prst="rect">
            <a:avLst/>
          </a:prstGeom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77427B15-C4E8-46CB-ACFC-0F2A8A387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7130" y="6378362"/>
            <a:ext cx="4520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FD0B4-C8B5-49FA-9069-59F321B807B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285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3B179F-B69F-4509-91D7-608718A37289}"/>
              </a:ext>
            </a:extLst>
          </p:cNvPr>
          <p:cNvSpPr txBox="1"/>
          <p:nvPr/>
        </p:nvSpPr>
        <p:spPr>
          <a:xfrm>
            <a:off x="2024932" y="1908314"/>
            <a:ext cx="814213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 err="1">
                <a:latin typeface="Comic Sans MS" panose="030F0702030302020204" pitchFamily="66" charset="0"/>
              </a:rPr>
              <a:t>Veel</a:t>
            </a:r>
            <a:r>
              <a:rPr lang="en-US" sz="6600" dirty="0">
                <a:latin typeface="Comic Sans MS" panose="030F0702030302020204" pitchFamily="66" charset="0"/>
              </a:rPr>
              <a:t> </a:t>
            </a:r>
            <a:r>
              <a:rPr lang="en-US" sz="6600" dirty="0" err="1">
                <a:latin typeface="Comic Sans MS" panose="030F0702030302020204" pitchFamily="66" charset="0"/>
              </a:rPr>
              <a:t>üks</a:t>
            </a:r>
            <a:r>
              <a:rPr lang="en-US" sz="6600" dirty="0">
                <a:latin typeface="Comic Sans MS" panose="030F0702030302020204" pitchFamily="66" charset="0"/>
              </a:rPr>
              <a:t> </a:t>
            </a:r>
            <a:r>
              <a:rPr lang="en-US" sz="6600" dirty="0" err="1">
                <a:latin typeface="Comic Sans MS" panose="030F0702030302020204" pitchFamily="66" charset="0"/>
              </a:rPr>
              <a:t>huvitav</a:t>
            </a:r>
            <a:r>
              <a:rPr lang="en-US" sz="6600" dirty="0">
                <a:latin typeface="Comic Sans MS" panose="030F0702030302020204" pitchFamily="66" charset="0"/>
              </a:rPr>
              <a:t> </a:t>
            </a:r>
            <a:r>
              <a:rPr lang="en-US" sz="6600" dirty="0" err="1">
                <a:latin typeface="Comic Sans MS" panose="030F0702030302020204" pitchFamily="66" charset="0"/>
              </a:rPr>
              <a:t>haridusprogramm</a:t>
            </a:r>
            <a:endParaRPr lang="en-US" sz="6600" dirty="0">
              <a:latin typeface="Comic Sans MS" panose="030F0702030302020204" pitchFamily="66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F051D0-D213-4E30-8EF6-F301150CA46C}"/>
              </a:ext>
            </a:extLst>
          </p:cNvPr>
          <p:cNvSpPr txBox="1"/>
          <p:nvPr/>
        </p:nvSpPr>
        <p:spPr>
          <a:xfrm>
            <a:off x="2024931" y="4031972"/>
            <a:ext cx="81421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Comic Sans MS" panose="030F0702030302020204" pitchFamily="66" charset="0"/>
              </a:rPr>
              <a:t>(</a:t>
            </a:r>
            <a:r>
              <a:rPr lang="en-US" sz="1600" dirty="0" err="1">
                <a:latin typeface="Comic Sans MS" panose="030F0702030302020204" pitchFamily="66" charset="0"/>
              </a:rPr>
              <a:t>valmistas</a:t>
            </a:r>
            <a:r>
              <a:rPr lang="en-US" sz="1600" dirty="0">
                <a:latin typeface="Comic Sans MS" panose="030F0702030302020204" pitchFamily="66" charset="0"/>
              </a:rPr>
              <a:t> Ruslan)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B75F60-C069-4ED4-9FB5-2F3B6F09AA35}"/>
              </a:ext>
            </a:extLst>
          </p:cNvPr>
          <p:cNvSpPr txBox="1"/>
          <p:nvPr/>
        </p:nvSpPr>
        <p:spPr>
          <a:xfrm>
            <a:off x="4396076" y="4439017"/>
            <a:ext cx="339984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 err="1">
                <a:latin typeface="Comic Sans MS" panose="030F0702030302020204" pitchFamily="66" charset="0"/>
              </a:rPr>
              <a:t>üks</a:t>
            </a:r>
            <a:r>
              <a:rPr lang="ru-RU" sz="2400" dirty="0">
                <a:latin typeface="Comic Sans MS" panose="030F0702030302020204" pitchFamily="66" charset="0"/>
              </a:rPr>
              <a:t> </a:t>
            </a:r>
            <a:r>
              <a:rPr lang="ru-RU" sz="2400" dirty="0" err="1">
                <a:latin typeface="Comic Sans MS" panose="030F0702030302020204" pitchFamily="66" charset="0"/>
              </a:rPr>
              <a:t>lühike</a:t>
            </a:r>
            <a:endParaRPr lang="en-US" sz="2400" dirty="0">
              <a:latin typeface="Comic Sans MS" panose="030F0702030302020204" pitchFamily="66" charset="0"/>
            </a:endParaRPr>
          </a:p>
          <a:p>
            <a:pPr algn="ctr"/>
            <a:r>
              <a:rPr lang="en-US" sz="2400" dirty="0">
                <a:solidFill>
                  <a:srgbClr val="B2B2B2"/>
                </a:solidFill>
                <a:latin typeface="Comic Sans MS" panose="030F0702030302020204" pitchFamily="66" charset="0"/>
              </a:rPr>
              <a:t>(shorter one)</a:t>
            </a:r>
            <a:endParaRPr lang="ru-RU" sz="2400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364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F15F7F-38D3-403B-895D-C260CFDF9727}"/>
              </a:ext>
            </a:extLst>
          </p:cNvPr>
          <p:cNvSpPr txBox="1"/>
          <p:nvPr/>
        </p:nvSpPr>
        <p:spPr>
          <a:xfrm>
            <a:off x="3048663" y="115125"/>
            <a:ext cx="609467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>
                <a:latin typeface="Comic Sans MS" panose="030F0702030302020204" pitchFamily="66" charset="0"/>
              </a:rPr>
              <a:t>Nagu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te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mäletate</a:t>
            </a:r>
            <a:r>
              <a:rPr lang="ru-RU" sz="2800" dirty="0">
                <a:latin typeface="Comic Sans MS" panose="030F0702030302020204" pitchFamily="66" charset="0"/>
              </a:rPr>
              <a:t>, </a:t>
            </a:r>
            <a:r>
              <a:rPr lang="ru-RU" sz="2800" dirty="0" err="1">
                <a:latin typeface="Comic Sans MS" panose="030F0702030302020204" pitchFamily="66" charset="0"/>
              </a:rPr>
              <a:t>rääkisime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eelmises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tunnis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tatar</a:t>
            </a:r>
            <a:endParaRPr lang="ru-RU" sz="2800" dirty="0">
              <a:latin typeface="Comic Sans MS" panose="030F0702030302020204" pitchFamily="66" charset="0"/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726E9CF9-6C75-410E-8D25-FC361EC96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8FD0B4-C8B5-49FA-9069-59F321B807B8}" type="slidenum">
              <a:rPr lang="ru-RU" smtClean="0"/>
              <a:t>2</a:t>
            </a:fld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ECD327-96E2-497A-81E0-E8B7551BBB97}"/>
              </a:ext>
            </a:extLst>
          </p:cNvPr>
          <p:cNvSpPr txBox="1"/>
          <p:nvPr/>
        </p:nvSpPr>
        <p:spPr>
          <a:xfrm>
            <a:off x="3105648" y="968525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B2B2B2"/>
                </a:solidFill>
                <a:latin typeface="Comic Sans MS" panose="030F0702030302020204" pitchFamily="66" charset="0"/>
              </a:rPr>
              <a:t>As you remember, in the previous lesson we talked about buckwheat</a:t>
            </a:r>
            <a:endParaRPr lang="ru-RU" sz="2000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991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F15F7F-38D3-403B-895D-C260CFDF9727}"/>
              </a:ext>
            </a:extLst>
          </p:cNvPr>
          <p:cNvSpPr txBox="1"/>
          <p:nvPr/>
        </p:nvSpPr>
        <p:spPr>
          <a:xfrm>
            <a:off x="3048663" y="115125"/>
            <a:ext cx="609467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>
                <a:latin typeface="Comic Sans MS" panose="030F0702030302020204" pitchFamily="66" charset="0"/>
              </a:rPr>
              <a:t>Nagu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te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mäletate</a:t>
            </a:r>
            <a:r>
              <a:rPr lang="ru-RU" sz="2800" dirty="0">
                <a:latin typeface="Comic Sans MS" panose="030F0702030302020204" pitchFamily="66" charset="0"/>
              </a:rPr>
              <a:t>, </a:t>
            </a:r>
            <a:r>
              <a:rPr lang="ru-RU" sz="2800" dirty="0" err="1">
                <a:latin typeface="Comic Sans MS" panose="030F0702030302020204" pitchFamily="66" charset="0"/>
              </a:rPr>
              <a:t>rääkisime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eelmises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tunnis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tatar</a:t>
            </a:r>
            <a:endParaRPr lang="ru-RU" sz="2800" dirty="0">
              <a:latin typeface="Comic Sans MS" panose="030F0702030302020204" pitchFamily="66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49569D-5854-4B11-B844-34F2E3630EA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451" y="1697942"/>
            <a:ext cx="4401015" cy="4401015"/>
          </a:xfrm>
          <a:prstGeom prst="rect">
            <a:avLst/>
          </a:prstGeo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726E9CF9-6C75-410E-8D25-FC361EC96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8FD0B4-C8B5-49FA-9069-59F321B807B8}" type="slidenum">
              <a:rPr lang="ru-RU" smtClean="0"/>
              <a:t>3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E1C2DE-F71C-4399-B28B-80542488D2DC}"/>
              </a:ext>
            </a:extLst>
          </p:cNvPr>
          <p:cNvSpPr txBox="1"/>
          <p:nvPr/>
        </p:nvSpPr>
        <p:spPr>
          <a:xfrm>
            <a:off x="2848557" y="6150673"/>
            <a:ext cx="117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Comic Sans MS" panose="030F0702030302020204" pitchFamily="66" charset="0"/>
              </a:rPr>
              <a:t>T</a:t>
            </a:r>
            <a:r>
              <a:rPr lang="ru-RU" dirty="0" err="1">
                <a:latin typeface="Comic Sans MS" panose="030F0702030302020204" pitchFamily="66" charset="0"/>
              </a:rPr>
              <a:t>oit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E078E5-AB81-4AB9-8B00-05569073EFB2}"/>
              </a:ext>
            </a:extLst>
          </p:cNvPr>
          <p:cNvSpPr txBox="1"/>
          <p:nvPr/>
        </p:nvSpPr>
        <p:spPr>
          <a:xfrm>
            <a:off x="2848557" y="6468289"/>
            <a:ext cx="11748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B2B2B2"/>
                </a:solidFill>
                <a:latin typeface="Comic Sans MS" panose="030F0702030302020204" pitchFamily="66" charset="0"/>
              </a:rPr>
              <a:t>food</a:t>
            </a:r>
            <a:endParaRPr lang="ru-RU" sz="1600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ECD327-96E2-497A-81E0-E8B7551BBB97}"/>
              </a:ext>
            </a:extLst>
          </p:cNvPr>
          <p:cNvSpPr txBox="1"/>
          <p:nvPr/>
        </p:nvSpPr>
        <p:spPr>
          <a:xfrm>
            <a:off x="3105648" y="968525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B2B2B2"/>
                </a:solidFill>
                <a:latin typeface="Comic Sans MS" panose="030F0702030302020204" pitchFamily="66" charset="0"/>
              </a:rPr>
              <a:t>As you remember, in the previous lesson we talked about buckwheat</a:t>
            </a:r>
            <a:endParaRPr lang="ru-RU" sz="2000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79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F15F7F-38D3-403B-895D-C260CFDF9727}"/>
              </a:ext>
            </a:extLst>
          </p:cNvPr>
          <p:cNvSpPr txBox="1"/>
          <p:nvPr/>
        </p:nvSpPr>
        <p:spPr>
          <a:xfrm>
            <a:off x="3048663" y="115125"/>
            <a:ext cx="609467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>
                <a:latin typeface="Comic Sans MS" panose="030F0702030302020204" pitchFamily="66" charset="0"/>
              </a:rPr>
              <a:t>Nagu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te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mäletate</a:t>
            </a:r>
            <a:r>
              <a:rPr lang="ru-RU" sz="2800" dirty="0">
                <a:latin typeface="Comic Sans MS" panose="030F0702030302020204" pitchFamily="66" charset="0"/>
              </a:rPr>
              <a:t>, </a:t>
            </a:r>
            <a:r>
              <a:rPr lang="ru-RU" sz="2800" dirty="0" err="1">
                <a:latin typeface="Comic Sans MS" panose="030F0702030302020204" pitchFamily="66" charset="0"/>
              </a:rPr>
              <a:t>rääkisime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eelmises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tunnis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tatar</a:t>
            </a:r>
            <a:endParaRPr lang="ru-RU" sz="2800" dirty="0">
              <a:latin typeface="Comic Sans MS" panose="030F0702030302020204" pitchFamily="66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6D2C77C-2E54-40EB-9B49-0B41B00686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294" y="2039639"/>
            <a:ext cx="4573761" cy="391961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49569D-5854-4B11-B844-34F2E3630E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451" y="1697942"/>
            <a:ext cx="4401015" cy="4401015"/>
          </a:xfrm>
          <a:prstGeom prst="rect">
            <a:avLst/>
          </a:prstGeo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726E9CF9-6C75-410E-8D25-FC361EC96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8FD0B4-C8B5-49FA-9069-59F321B807B8}" type="slidenum">
              <a:rPr lang="ru-RU" smtClean="0"/>
              <a:t>4</a:t>
            </a:fld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E1C2DE-F71C-4399-B28B-80542488D2DC}"/>
              </a:ext>
            </a:extLst>
          </p:cNvPr>
          <p:cNvSpPr txBox="1"/>
          <p:nvPr/>
        </p:nvSpPr>
        <p:spPr>
          <a:xfrm>
            <a:off x="2848557" y="6150673"/>
            <a:ext cx="117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Comic Sans MS" panose="030F0702030302020204" pitchFamily="66" charset="0"/>
              </a:rPr>
              <a:t>T</a:t>
            </a:r>
            <a:r>
              <a:rPr lang="ru-RU" dirty="0" err="1">
                <a:latin typeface="Comic Sans MS" panose="030F0702030302020204" pitchFamily="66" charset="0"/>
              </a:rPr>
              <a:t>oit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DE1B51-98EC-4F42-B2B0-FF86CFEF8CE1}"/>
              </a:ext>
            </a:extLst>
          </p:cNvPr>
          <p:cNvSpPr txBox="1"/>
          <p:nvPr/>
        </p:nvSpPr>
        <p:spPr>
          <a:xfrm>
            <a:off x="7291346" y="6098957"/>
            <a:ext cx="3321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Comic Sans MS" panose="030F0702030302020204" pitchFamily="66" charset="0"/>
              </a:rPr>
              <a:t>R</a:t>
            </a:r>
            <a:r>
              <a:rPr lang="ru-RU" dirty="0" err="1">
                <a:latin typeface="Comic Sans MS" panose="030F0702030302020204" pitchFamily="66" charset="0"/>
              </a:rPr>
              <a:t>ahvus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E078E5-AB81-4AB9-8B00-05569073EFB2}"/>
              </a:ext>
            </a:extLst>
          </p:cNvPr>
          <p:cNvSpPr txBox="1"/>
          <p:nvPr/>
        </p:nvSpPr>
        <p:spPr>
          <a:xfrm>
            <a:off x="2848557" y="6468289"/>
            <a:ext cx="11748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B2B2B2"/>
                </a:solidFill>
                <a:latin typeface="Comic Sans MS" panose="030F0702030302020204" pitchFamily="66" charset="0"/>
              </a:rPr>
              <a:t>food</a:t>
            </a:r>
            <a:endParaRPr lang="ru-RU" sz="1600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A9D5F3-8C57-493A-A97A-22FA8E2B3AE9}"/>
              </a:ext>
            </a:extLst>
          </p:cNvPr>
          <p:cNvSpPr txBox="1"/>
          <p:nvPr/>
        </p:nvSpPr>
        <p:spPr>
          <a:xfrm>
            <a:off x="7291346" y="6378362"/>
            <a:ext cx="3321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B2B2B2"/>
                </a:solidFill>
                <a:latin typeface="Comic Sans MS" panose="030F0702030302020204" pitchFamily="66" charset="0"/>
              </a:rPr>
              <a:t>nation</a:t>
            </a:r>
            <a:endParaRPr lang="ru-RU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ECD327-96E2-497A-81E0-E8B7551BBB97}"/>
              </a:ext>
            </a:extLst>
          </p:cNvPr>
          <p:cNvSpPr txBox="1"/>
          <p:nvPr/>
        </p:nvSpPr>
        <p:spPr>
          <a:xfrm>
            <a:off x="3105648" y="968525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B2B2B2"/>
                </a:solidFill>
                <a:latin typeface="Comic Sans MS" panose="030F0702030302020204" pitchFamily="66" charset="0"/>
              </a:rPr>
              <a:t>As you remember, in the previous lesson we talked about buckwheat</a:t>
            </a:r>
            <a:endParaRPr lang="ru-RU" sz="2000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769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207B6-9896-4936-B9A5-41E420243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8FD0B4-C8B5-49FA-9069-59F321B807B8}" type="slidenum">
              <a:rPr lang="ru-RU" smtClean="0"/>
              <a:t>5</a:t>
            </a:fld>
            <a:endParaRPr lang="ru-R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750C59-1FEE-44E3-A810-BFFD31967929}"/>
              </a:ext>
            </a:extLst>
          </p:cNvPr>
          <p:cNvSpPr txBox="1"/>
          <p:nvPr/>
        </p:nvSpPr>
        <p:spPr>
          <a:xfrm>
            <a:off x="3977639" y="235745"/>
            <a:ext cx="4403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>
                <a:latin typeface="Comic Sans MS" panose="030F0702030302020204" pitchFamily="66" charset="0"/>
              </a:rPr>
              <a:t>Ma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oskan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en-US" sz="2800" dirty="0" err="1">
                <a:latin typeface="Comic Sans MS" panose="030F0702030302020204" pitchFamily="66" charset="0"/>
              </a:rPr>
              <a:t>kaks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keelt</a:t>
            </a:r>
            <a:endParaRPr lang="ru-RU" sz="28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95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207B6-9896-4936-B9A5-41E420243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8FD0B4-C8B5-49FA-9069-59F321B807B8}" type="slidenum">
              <a:rPr lang="ru-RU" smtClean="0"/>
              <a:t>6</a:t>
            </a:fld>
            <a:endParaRPr lang="ru-RU" dirty="0"/>
          </a:p>
        </p:txBody>
      </p:sp>
      <p:pic>
        <p:nvPicPr>
          <p:cNvPr id="2050" name="Picture 2" descr="Гречневая крупа Цесна 2.9 кг">
            <a:extLst>
              <a:ext uri="{FF2B5EF4-FFF2-40B4-BE49-F238E27FC236}">
                <a16:creationId xmlns:a16="http://schemas.microsoft.com/office/drawing/2014/main" id="{1EF1B615-322B-4C3D-9EAB-78BD2B146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315" y="809126"/>
            <a:ext cx="4949685" cy="4949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EA5AF7-77C1-4319-8BBE-69FB30264C6F}"/>
              </a:ext>
            </a:extLst>
          </p:cNvPr>
          <p:cNvSpPr txBox="1"/>
          <p:nvPr/>
        </p:nvSpPr>
        <p:spPr>
          <a:xfrm>
            <a:off x="1146314" y="5984135"/>
            <a:ext cx="49496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 err="1">
                <a:latin typeface="Comic Sans MS" panose="030F0702030302020204" pitchFamily="66" charset="0"/>
              </a:rPr>
              <a:t>Қарақұмық</a:t>
            </a:r>
            <a:r>
              <a:rPr lang="ru-RU" sz="2000" dirty="0">
                <a:latin typeface="Comic Sans MS" panose="030F0702030302020204" pitchFamily="66" charset="0"/>
              </a:rPr>
              <a:t> – </a:t>
            </a:r>
            <a:r>
              <a:rPr lang="en-US" sz="2000" dirty="0" err="1">
                <a:latin typeface="Comic Sans MS" panose="030F0702030302020204" pitchFamily="66" charset="0"/>
              </a:rPr>
              <a:t>mustad</a:t>
            </a:r>
            <a:r>
              <a:rPr lang="en-US" sz="2000" dirty="0">
                <a:latin typeface="Comic Sans MS" panose="030F0702030302020204" pitchFamily="66" charset="0"/>
              </a:rPr>
              <a:t> </a:t>
            </a:r>
            <a:r>
              <a:rPr lang="en-US" sz="2000" dirty="0" err="1">
                <a:latin typeface="Comic Sans MS" panose="030F0702030302020204" pitchFamily="66" charset="0"/>
              </a:rPr>
              <a:t>tangud</a:t>
            </a:r>
            <a:r>
              <a:rPr lang="ru-RU" sz="2000" dirty="0">
                <a:latin typeface="Comic Sans MS" panose="030F0702030302020204" pitchFamily="66" charset="0"/>
              </a:rPr>
              <a:t>\</a:t>
            </a:r>
            <a:r>
              <a:rPr lang="en-US" sz="2000" dirty="0">
                <a:latin typeface="Comic Sans MS" panose="030F0702030302020204" pitchFamily="66" charset="0"/>
              </a:rPr>
              <a:t>must </a:t>
            </a:r>
            <a:r>
              <a:rPr lang="en-US" sz="2000" dirty="0" err="1">
                <a:latin typeface="Comic Sans MS" panose="030F0702030302020204" pitchFamily="66" charset="0"/>
              </a:rPr>
              <a:t>liiv</a:t>
            </a:r>
            <a:endParaRPr lang="en-US" sz="2000" dirty="0">
              <a:latin typeface="Comic Sans MS" panose="030F0702030302020204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D3948B-75B9-497D-ABD8-BC3A258D2BED}"/>
              </a:ext>
            </a:extLst>
          </p:cNvPr>
          <p:cNvSpPr txBox="1"/>
          <p:nvPr/>
        </p:nvSpPr>
        <p:spPr>
          <a:xfrm>
            <a:off x="3357438" y="6271015"/>
            <a:ext cx="31864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black</a:t>
            </a:r>
            <a:r>
              <a:rPr lang="ru-RU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groats</a:t>
            </a:r>
            <a:r>
              <a:rPr lang="ru-RU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\</a:t>
            </a:r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 black </a:t>
            </a:r>
            <a:r>
              <a:rPr lang="en-US" sz="1600" dirty="0">
                <a:solidFill>
                  <a:srgbClr val="B2B2B2"/>
                </a:solidFill>
                <a:latin typeface="Comic Sans MS" panose="030F0702030302020204" pitchFamily="66" charset="0"/>
              </a:rPr>
              <a:t>sand</a:t>
            </a:r>
            <a:endParaRPr lang="ru-RU" sz="1600" dirty="0">
              <a:solidFill>
                <a:srgbClr val="B2B2B2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750C59-1FEE-44E3-A810-BFFD31967929}"/>
              </a:ext>
            </a:extLst>
          </p:cNvPr>
          <p:cNvSpPr txBox="1"/>
          <p:nvPr/>
        </p:nvSpPr>
        <p:spPr>
          <a:xfrm>
            <a:off x="3977639" y="235745"/>
            <a:ext cx="4403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>
                <a:latin typeface="Comic Sans MS" panose="030F0702030302020204" pitchFamily="66" charset="0"/>
              </a:rPr>
              <a:t>Ma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oskan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en-US" sz="2800" dirty="0" err="1">
                <a:latin typeface="Comic Sans MS" panose="030F0702030302020204" pitchFamily="66" charset="0"/>
              </a:rPr>
              <a:t>kaks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keelt</a:t>
            </a:r>
            <a:endParaRPr lang="ru-RU" sz="28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720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207B6-9896-4936-B9A5-41E420243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8FD0B4-C8B5-49FA-9069-59F321B807B8}" type="slidenum">
              <a:rPr lang="ru-RU" smtClean="0"/>
              <a:t>7</a:t>
            </a:fld>
            <a:endParaRPr lang="ru-RU" dirty="0"/>
          </a:p>
        </p:txBody>
      </p:sp>
      <p:pic>
        <p:nvPicPr>
          <p:cNvPr id="2050" name="Picture 2" descr="Гречневая крупа Цесна 2.9 кг">
            <a:extLst>
              <a:ext uri="{FF2B5EF4-FFF2-40B4-BE49-F238E27FC236}">
                <a16:creationId xmlns:a16="http://schemas.microsoft.com/office/drawing/2014/main" id="{1EF1B615-322B-4C3D-9EAB-78BD2B146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315" y="809126"/>
            <a:ext cx="4949685" cy="4949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Крупа Гречка &quot;Экстра&quot; отборная, 1.5 кг">
            <a:extLst>
              <a:ext uri="{FF2B5EF4-FFF2-40B4-BE49-F238E27FC236}">
                <a16:creationId xmlns:a16="http://schemas.microsoft.com/office/drawing/2014/main" id="{862950AF-B111-4A5C-82B7-D628BF49E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747" y="809126"/>
            <a:ext cx="4949686" cy="4949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EA5AF7-77C1-4319-8BBE-69FB30264C6F}"/>
              </a:ext>
            </a:extLst>
          </p:cNvPr>
          <p:cNvSpPr txBox="1"/>
          <p:nvPr/>
        </p:nvSpPr>
        <p:spPr>
          <a:xfrm>
            <a:off x="1146314" y="5984135"/>
            <a:ext cx="49496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 err="1">
                <a:latin typeface="Comic Sans MS" panose="030F0702030302020204" pitchFamily="66" charset="0"/>
              </a:rPr>
              <a:t>Қарақұмық</a:t>
            </a:r>
            <a:r>
              <a:rPr lang="ru-RU" sz="2000" dirty="0">
                <a:latin typeface="Comic Sans MS" panose="030F0702030302020204" pitchFamily="66" charset="0"/>
              </a:rPr>
              <a:t> – </a:t>
            </a:r>
            <a:r>
              <a:rPr lang="en-US" sz="2000" dirty="0" err="1">
                <a:latin typeface="Comic Sans MS" panose="030F0702030302020204" pitchFamily="66" charset="0"/>
              </a:rPr>
              <a:t>mustad</a:t>
            </a:r>
            <a:r>
              <a:rPr lang="en-US" sz="2000" dirty="0">
                <a:latin typeface="Comic Sans MS" panose="030F0702030302020204" pitchFamily="66" charset="0"/>
              </a:rPr>
              <a:t> </a:t>
            </a:r>
            <a:r>
              <a:rPr lang="en-US" sz="2000" dirty="0" err="1">
                <a:latin typeface="Comic Sans MS" panose="030F0702030302020204" pitchFamily="66" charset="0"/>
              </a:rPr>
              <a:t>tangud</a:t>
            </a:r>
            <a:r>
              <a:rPr lang="ru-RU" sz="2000" dirty="0">
                <a:latin typeface="Comic Sans MS" panose="030F0702030302020204" pitchFamily="66" charset="0"/>
              </a:rPr>
              <a:t>\</a:t>
            </a:r>
            <a:r>
              <a:rPr lang="en-US" sz="2000" dirty="0">
                <a:latin typeface="Comic Sans MS" panose="030F0702030302020204" pitchFamily="66" charset="0"/>
              </a:rPr>
              <a:t>must </a:t>
            </a:r>
            <a:r>
              <a:rPr lang="en-US" sz="2000" dirty="0" err="1">
                <a:latin typeface="Comic Sans MS" panose="030F0702030302020204" pitchFamily="66" charset="0"/>
              </a:rPr>
              <a:t>liiv</a:t>
            </a:r>
            <a:endParaRPr lang="en-US" sz="2000" dirty="0">
              <a:latin typeface="Comic Sans MS" panose="030F0702030302020204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D3948B-75B9-497D-ABD8-BC3A258D2BED}"/>
              </a:ext>
            </a:extLst>
          </p:cNvPr>
          <p:cNvSpPr txBox="1"/>
          <p:nvPr/>
        </p:nvSpPr>
        <p:spPr>
          <a:xfrm>
            <a:off x="3357438" y="6271015"/>
            <a:ext cx="31864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black</a:t>
            </a:r>
            <a:r>
              <a:rPr lang="ru-RU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groats</a:t>
            </a:r>
            <a:r>
              <a:rPr lang="ru-RU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\</a:t>
            </a:r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 black </a:t>
            </a:r>
            <a:r>
              <a:rPr lang="en-US" sz="1600" dirty="0">
                <a:solidFill>
                  <a:srgbClr val="B2B2B2"/>
                </a:solidFill>
                <a:latin typeface="Comic Sans MS" panose="030F0702030302020204" pitchFamily="66" charset="0"/>
              </a:rPr>
              <a:t>sand</a:t>
            </a:r>
            <a:endParaRPr lang="ru-RU" sz="1600" dirty="0">
              <a:solidFill>
                <a:srgbClr val="B2B2B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86941E-61B3-47A2-9646-1C9DD8DD7E7F}"/>
              </a:ext>
            </a:extLst>
          </p:cNvPr>
          <p:cNvSpPr txBox="1"/>
          <p:nvPr/>
        </p:nvSpPr>
        <p:spPr>
          <a:xfrm>
            <a:off x="6494558" y="5997882"/>
            <a:ext cx="4520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Comic Sans MS" panose="030F0702030302020204" pitchFamily="66" charset="0"/>
              </a:rPr>
              <a:t>Гречка</a:t>
            </a:r>
            <a:endParaRPr lang="en-US" dirty="0">
              <a:latin typeface="Comic Sans MS" panose="030F0702030302020204" pitchFamily="66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750C59-1FEE-44E3-A810-BFFD31967929}"/>
              </a:ext>
            </a:extLst>
          </p:cNvPr>
          <p:cNvSpPr txBox="1"/>
          <p:nvPr/>
        </p:nvSpPr>
        <p:spPr>
          <a:xfrm>
            <a:off x="3977639" y="235745"/>
            <a:ext cx="4403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>
                <a:latin typeface="Comic Sans MS" panose="030F0702030302020204" pitchFamily="66" charset="0"/>
              </a:rPr>
              <a:t>Ma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oskan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en-US" sz="2800" dirty="0" err="1">
                <a:latin typeface="Comic Sans MS" panose="030F0702030302020204" pitchFamily="66" charset="0"/>
              </a:rPr>
              <a:t>kaks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keelt</a:t>
            </a:r>
            <a:endParaRPr lang="ru-RU" sz="28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5141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207B6-9896-4936-B9A5-41E420243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8FD0B4-C8B5-49FA-9069-59F321B807B8}" type="slidenum">
              <a:rPr lang="ru-RU" smtClean="0"/>
              <a:t>8</a:t>
            </a:fld>
            <a:endParaRPr lang="ru-RU" dirty="0"/>
          </a:p>
        </p:txBody>
      </p:sp>
      <p:pic>
        <p:nvPicPr>
          <p:cNvPr id="2050" name="Picture 2" descr="Гречневая крупа Цесна 2.9 кг">
            <a:extLst>
              <a:ext uri="{FF2B5EF4-FFF2-40B4-BE49-F238E27FC236}">
                <a16:creationId xmlns:a16="http://schemas.microsoft.com/office/drawing/2014/main" id="{1EF1B615-322B-4C3D-9EAB-78BD2B146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315" y="809126"/>
            <a:ext cx="4949685" cy="4949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Крупа Гречка &quot;Экстра&quot; отборная, 1.5 кг">
            <a:extLst>
              <a:ext uri="{FF2B5EF4-FFF2-40B4-BE49-F238E27FC236}">
                <a16:creationId xmlns:a16="http://schemas.microsoft.com/office/drawing/2014/main" id="{862950AF-B111-4A5C-82B7-D628BF49E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747" y="809126"/>
            <a:ext cx="4949686" cy="4949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EA5AF7-77C1-4319-8BBE-69FB30264C6F}"/>
              </a:ext>
            </a:extLst>
          </p:cNvPr>
          <p:cNvSpPr txBox="1"/>
          <p:nvPr/>
        </p:nvSpPr>
        <p:spPr>
          <a:xfrm>
            <a:off x="1146314" y="5984135"/>
            <a:ext cx="49496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 err="1">
                <a:latin typeface="Comic Sans MS" panose="030F0702030302020204" pitchFamily="66" charset="0"/>
              </a:rPr>
              <a:t>Қарақұмық</a:t>
            </a:r>
            <a:r>
              <a:rPr lang="ru-RU" sz="2000" dirty="0">
                <a:latin typeface="Comic Sans MS" panose="030F0702030302020204" pitchFamily="66" charset="0"/>
              </a:rPr>
              <a:t> – </a:t>
            </a:r>
            <a:r>
              <a:rPr lang="en-US" sz="2000" dirty="0" err="1">
                <a:latin typeface="Comic Sans MS" panose="030F0702030302020204" pitchFamily="66" charset="0"/>
              </a:rPr>
              <a:t>mustad</a:t>
            </a:r>
            <a:r>
              <a:rPr lang="en-US" sz="2000" dirty="0">
                <a:latin typeface="Comic Sans MS" panose="030F0702030302020204" pitchFamily="66" charset="0"/>
              </a:rPr>
              <a:t> </a:t>
            </a:r>
            <a:r>
              <a:rPr lang="en-US" sz="2000" dirty="0" err="1">
                <a:latin typeface="Comic Sans MS" panose="030F0702030302020204" pitchFamily="66" charset="0"/>
              </a:rPr>
              <a:t>tangud</a:t>
            </a:r>
            <a:r>
              <a:rPr lang="ru-RU" sz="2000" dirty="0">
                <a:latin typeface="Comic Sans MS" panose="030F0702030302020204" pitchFamily="66" charset="0"/>
              </a:rPr>
              <a:t>\</a:t>
            </a:r>
            <a:r>
              <a:rPr lang="en-US" sz="2000" dirty="0">
                <a:latin typeface="Comic Sans MS" panose="030F0702030302020204" pitchFamily="66" charset="0"/>
              </a:rPr>
              <a:t>must </a:t>
            </a:r>
            <a:r>
              <a:rPr lang="en-US" sz="2000" dirty="0" err="1">
                <a:latin typeface="Comic Sans MS" panose="030F0702030302020204" pitchFamily="66" charset="0"/>
              </a:rPr>
              <a:t>liiv</a:t>
            </a:r>
            <a:endParaRPr lang="en-US" sz="2000" dirty="0">
              <a:latin typeface="Comic Sans MS" panose="030F0702030302020204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D3948B-75B9-497D-ABD8-BC3A258D2BED}"/>
              </a:ext>
            </a:extLst>
          </p:cNvPr>
          <p:cNvSpPr txBox="1"/>
          <p:nvPr/>
        </p:nvSpPr>
        <p:spPr>
          <a:xfrm>
            <a:off x="3357438" y="6271015"/>
            <a:ext cx="31864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black</a:t>
            </a:r>
            <a:r>
              <a:rPr lang="ru-RU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groats</a:t>
            </a:r>
            <a:r>
              <a:rPr lang="ru-RU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\</a:t>
            </a:r>
            <a:r>
              <a:rPr lang="en-US" sz="1600" b="0" u="none" strike="noStrike" dirty="0">
                <a:solidFill>
                  <a:srgbClr val="B2B2B2"/>
                </a:solidFill>
                <a:effectLst/>
                <a:latin typeface="Comic Sans MS" panose="030F0702030302020204" pitchFamily="66" charset="0"/>
              </a:rPr>
              <a:t> black </a:t>
            </a:r>
            <a:r>
              <a:rPr lang="en-US" sz="1600" dirty="0">
                <a:solidFill>
                  <a:srgbClr val="B2B2B2"/>
                </a:solidFill>
                <a:latin typeface="Comic Sans MS" panose="030F0702030302020204" pitchFamily="66" charset="0"/>
              </a:rPr>
              <a:t>sand</a:t>
            </a:r>
            <a:endParaRPr lang="ru-RU" sz="1600" dirty="0">
              <a:solidFill>
                <a:srgbClr val="B2B2B2"/>
              </a:solidFill>
            </a:endParaRPr>
          </a:p>
        </p:txBody>
      </p:sp>
      <p:pic>
        <p:nvPicPr>
          <p:cNvPr id="2058" name="Picture 10" descr="Греки (гречанка) — Мегаэнциклопедия Кирилла и Мефодия — медиаобъект">
            <a:extLst>
              <a:ext uri="{FF2B5EF4-FFF2-40B4-BE49-F238E27FC236}">
                <a16:creationId xmlns:a16="http://schemas.microsoft.com/office/drawing/2014/main" id="{4BE50D65-1CE2-481D-9DE9-966288E62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2969" y="809125"/>
            <a:ext cx="4118112" cy="495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786941E-61B3-47A2-9646-1C9DD8DD7E7F}"/>
              </a:ext>
            </a:extLst>
          </p:cNvPr>
          <p:cNvSpPr txBox="1"/>
          <p:nvPr/>
        </p:nvSpPr>
        <p:spPr>
          <a:xfrm>
            <a:off x="6494558" y="5997882"/>
            <a:ext cx="4520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Comic Sans MS" panose="030F0702030302020204" pitchFamily="66" charset="0"/>
              </a:rPr>
              <a:t>Гречка – (гречанка) </a:t>
            </a:r>
            <a:r>
              <a:rPr lang="ru-RU" dirty="0" err="1">
                <a:latin typeface="Comic Sans MS" panose="030F0702030302020204" pitchFamily="66" charset="0"/>
              </a:rPr>
              <a:t>Kreeka</a:t>
            </a:r>
            <a:r>
              <a:rPr lang="ru-RU" dirty="0">
                <a:latin typeface="Comic Sans MS" panose="030F0702030302020204" pitchFamily="66" charset="0"/>
              </a:rPr>
              <a:t> </a:t>
            </a:r>
            <a:r>
              <a:rPr lang="ru-RU" dirty="0" err="1">
                <a:latin typeface="Comic Sans MS" panose="030F0702030302020204" pitchFamily="66" charset="0"/>
              </a:rPr>
              <a:t>naised</a:t>
            </a:r>
            <a:endParaRPr lang="en-US" dirty="0">
              <a:latin typeface="Comic Sans MS" panose="030F0702030302020204" pitchFamily="66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AE753-6D94-4003-B1E8-3F03E32CB3D8}"/>
              </a:ext>
            </a:extLst>
          </p:cNvPr>
          <p:cNvSpPr txBox="1"/>
          <p:nvPr/>
        </p:nvSpPr>
        <p:spPr>
          <a:xfrm>
            <a:off x="8922025" y="6271015"/>
            <a:ext cx="17883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B2B2B2"/>
                </a:solidFill>
                <a:latin typeface="Comic Sans MS" panose="030F0702030302020204" pitchFamily="66" charset="0"/>
              </a:rPr>
              <a:t>Greece women</a:t>
            </a:r>
            <a:endParaRPr lang="ru-RU" sz="1600" dirty="0">
              <a:solidFill>
                <a:srgbClr val="B2B2B2"/>
              </a:solidFill>
              <a:latin typeface="Comic Sans MS" panose="030F0702030302020204" pitchFamily="66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750C59-1FEE-44E3-A810-BFFD31967929}"/>
              </a:ext>
            </a:extLst>
          </p:cNvPr>
          <p:cNvSpPr txBox="1"/>
          <p:nvPr/>
        </p:nvSpPr>
        <p:spPr>
          <a:xfrm>
            <a:off x="3977639" y="235745"/>
            <a:ext cx="4403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>
                <a:latin typeface="Comic Sans MS" panose="030F0702030302020204" pitchFamily="66" charset="0"/>
              </a:rPr>
              <a:t>Ma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oskan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en-US" sz="2800" dirty="0" err="1">
                <a:latin typeface="Comic Sans MS" panose="030F0702030302020204" pitchFamily="66" charset="0"/>
              </a:rPr>
              <a:t>kaks</a:t>
            </a:r>
            <a:r>
              <a:rPr lang="ru-RU" sz="2800" dirty="0">
                <a:latin typeface="Comic Sans MS" panose="030F0702030302020204" pitchFamily="66" charset="0"/>
              </a:rPr>
              <a:t> </a:t>
            </a:r>
            <a:r>
              <a:rPr lang="ru-RU" sz="2800" dirty="0" err="1">
                <a:latin typeface="Comic Sans MS" panose="030F0702030302020204" pitchFamily="66" charset="0"/>
              </a:rPr>
              <a:t>keelt</a:t>
            </a:r>
            <a:endParaRPr lang="ru-RU" sz="28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5792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F576701D-823A-4B7C-9DBB-1A581EA585C8}" vid="{1527F860-5020-4FF5-B725-5CC551FC35D3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Tartu_template</Template>
  <TotalTime>56</TotalTime>
  <Words>152</Words>
  <Application>Microsoft Office PowerPoint</Application>
  <PresentationFormat>Широкоэкранный</PresentationFormat>
  <Paragraphs>36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Comic Sans MS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7</cp:revision>
  <dcterms:created xsi:type="dcterms:W3CDTF">2026-10-27T20:02:17Z</dcterms:created>
  <dcterms:modified xsi:type="dcterms:W3CDTF">2026-10-27T20:58:33Z</dcterms:modified>
</cp:coreProperties>
</file>